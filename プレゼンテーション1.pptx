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5E9"/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6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8F658-D1C1-C4A3-44CD-2A3D340C6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AB175E-BCC5-106C-3AD0-3A367CDBF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654681-8A6F-74AA-51E1-02F2B149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854D38-5DBF-90FA-0FF6-987DDB8A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C6B22-57C7-9837-B596-1FC803C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65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9A5C8-27F2-E218-0D32-E6C71E729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A9F114-D23B-D016-D55F-48FB38EB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6F688-CAEC-AF99-64F5-40704BEF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5CC2FE-82FA-3903-DA27-072C723C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B5662D-C7C1-A0E6-DF3D-B8C69813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053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D0F0A2-FB4D-9823-B163-EAF61E0A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C581C-1939-CFF5-4D28-50DC878A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0132B2-59AB-18F2-58D6-4BC0A3DB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977B73-83A7-7D2E-C021-CBD5DAFE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E907C2-4D9C-BEF4-F2C0-05751F05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26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B6DE35-85CA-A928-DF4D-4A559459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E86B1D-6BA3-55E9-052F-3B75B2805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0E3151-79F4-8E68-1A27-B58DFF769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4BCF74-FAFE-3D20-8947-28ACFD37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E6DF43-6B27-060C-8B10-41678CA6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7A9CD2-32AB-E3DA-8092-C1DF1550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45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BF104A-7F92-66AE-64D7-FDE4F3C08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74FE45-C5B6-CBBC-A2DA-C29B91825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716839-E0B9-CB12-9E6A-FB0931FD8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A256FE-4BB6-6E2B-08A1-5E3C820F7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971D08F-1428-CACC-1078-EF85CA84CF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63A99F0-1617-BD8F-58BE-85D71876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5B80F49-1F0A-8480-4A47-8B44F586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3C34811-4537-DFCC-D477-334E82304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3558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98474-2E59-B5D4-2C4D-E6D45887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24DA25-61A2-DEC4-DE64-A2D78CF6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2A9853-B6FB-D249-26DE-79ECD55C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911D27F-5A33-12F8-2017-E2FE64F6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46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CE6B004-E78E-1710-336D-2AB53874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0C4304B-66AC-2145-8A38-C82D69CA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5C4FCB-E1F4-74E2-6F8E-09B84AE50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9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B1A03-822B-8E66-F252-E0A5E6D4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02C5BC-3E1B-3BCD-6A8C-B9B4DA46D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30EF89-F5B4-99B6-47FA-A40337894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D697D4-253C-DA5C-EE7B-903CB0F35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4B1A08-3380-CEDC-346A-27274B3C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DA37D9-2CC6-11EC-4088-AE3D7112A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88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3DB28C-07E4-68BB-44BD-9EF54D8F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0AC7B6F-72DF-AD83-AE84-6B5CE606FD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B6AD45-D3CE-6C5A-852D-4EABA67DE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024349-E6F3-9386-ED4F-666F16F78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59DFEBD-B214-2CBA-8551-342C54C1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71696E-2791-9F1F-D9EF-C59897CB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89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D5774-4B95-89BB-FF9E-4D674959E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580922-ACDC-87A1-5C42-DACEA16EC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75FFB7-14C9-EF08-D26A-708E005C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16640D-9CDA-1992-28A7-1C6B374C9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A6B56-3D0D-BA36-E62D-4B171A16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68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2159CDD-B8BF-B63C-371B-43517C2B5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245D3B-DBD9-B02C-82FD-4195F693E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37C3B0-FF0F-B2E1-68BD-E23DA5F3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304A8E-E079-34FC-9166-B2A85EDF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B21C43-9D27-30F4-5BD5-FBE8B4B7D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90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F5A2D3F-FF15-62AC-FB1E-E2C4CC7A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BA9DF7-22B1-C115-2E98-8DF87A661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9664B-1D65-1B2E-5053-A86F8F6FA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73886-48B1-4ADF-9113-B3381819CAFB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021BBE-34BB-8B22-BBBF-7CA663455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0BA0D4-96B1-186C-1427-1E7A7424D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9790C-E7E7-42D8-BF3A-F750FABE15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25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712D2B98-AC30-AE92-FF87-97219276681A}"/>
              </a:ext>
            </a:extLst>
          </p:cNvPr>
          <p:cNvSpPr/>
          <p:nvPr/>
        </p:nvSpPr>
        <p:spPr>
          <a:xfrm>
            <a:off x="2870931" y="3114698"/>
            <a:ext cx="8684795" cy="32082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B7964994-E35B-CC93-4278-8BB4B91CBF05}"/>
              </a:ext>
            </a:extLst>
          </p:cNvPr>
          <p:cNvSpPr/>
          <p:nvPr/>
        </p:nvSpPr>
        <p:spPr>
          <a:xfrm>
            <a:off x="400038" y="645742"/>
            <a:ext cx="11155688" cy="18727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F72C39D-D6DD-86AC-BE09-EB3F6DC58CA1}"/>
              </a:ext>
            </a:extLst>
          </p:cNvPr>
          <p:cNvSpPr/>
          <p:nvPr/>
        </p:nvSpPr>
        <p:spPr>
          <a:xfrm>
            <a:off x="9515866" y="1181665"/>
            <a:ext cx="1474997" cy="82510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+mn-ea"/>
              </a:rPr>
              <a:t>メール</a:t>
            </a:r>
            <a:endParaRPr kumimoji="1" lang="ja-JP" altLang="en-US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D66C20D9-9BC9-42AB-CA6A-13EB1CCCAEBE}"/>
              </a:ext>
            </a:extLst>
          </p:cNvPr>
          <p:cNvSpPr/>
          <p:nvPr/>
        </p:nvSpPr>
        <p:spPr>
          <a:xfrm>
            <a:off x="7492376" y="1181666"/>
            <a:ext cx="1474997" cy="82510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社内共有フォルダ</a:t>
            </a:r>
            <a:endParaRPr lang="en-US" altLang="ja-JP" sz="11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NAS</a:t>
            </a:r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en-US" altLang="ja-JP" sz="11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92993931-BD7A-6435-F93C-26DBDB5D3B97}"/>
              </a:ext>
            </a:extLst>
          </p:cNvPr>
          <p:cNvSpPr/>
          <p:nvPr/>
        </p:nvSpPr>
        <p:spPr>
          <a:xfrm>
            <a:off x="5380092" y="1181667"/>
            <a:ext cx="1474997" cy="82510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kumimoji="1" lang="en-US" altLang="ja-JP" sz="1100" b="1" dirty="0">
                <a:solidFill>
                  <a:srgbClr val="FFFFFF"/>
                </a:solidFill>
                <a:latin typeface="+mn-ea"/>
              </a:rPr>
              <a:t>Slack</a:t>
            </a:r>
            <a:endParaRPr kumimoji="1" lang="ja-JP" altLang="en-US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A1E48C8-CFE1-5E6D-3E9F-198A1FC00246}"/>
              </a:ext>
            </a:extLst>
          </p:cNvPr>
          <p:cNvSpPr/>
          <p:nvPr/>
        </p:nvSpPr>
        <p:spPr>
          <a:xfrm>
            <a:off x="658175" y="1180228"/>
            <a:ext cx="1474997" cy="825109"/>
          </a:xfrm>
          <a:prstGeom prst="roundRect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Money Forward</a:t>
            </a:r>
          </a:p>
          <a:p>
            <a:pPr algn="ctr"/>
            <a:r>
              <a:rPr lang="ja-JP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クラウド勤怠</a:t>
            </a:r>
            <a:endParaRPr kumimoji="1" lang="ja-JP" altLang="en-US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417483D-F8B2-DF06-7A61-9A7E2938537F}"/>
              </a:ext>
            </a:extLst>
          </p:cNvPr>
          <p:cNvSpPr/>
          <p:nvPr/>
        </p:nvSpPr>
        <p:spPr>
          <a:xfrm>
            <a:off x="3264847" y="3551567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スケジュール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80171B48-902E-B0E8-0FCC-D0D910DC26B3}"/>
              </a:ext>
            </a:extLst>
          </p:cNvPr>
          <p:cNvSpPr/>
          <p:nvPr/>
        </p:nvSpPr>
        <p:spPr>
          <a:xfrm>
            <a:off x="5380092" y="3585161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社内通達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C34B0F0B-71DD-1802-38F6-39CF11A0E5D7}"/>
              </a:ext>
            </a:extLst>
          </p:cNvPr>
          <p:cNvSpPr/>
          <p:nvPr/>
        </p:nvSpPr>
        <p:spPr>
          <a:xfrm>
            <a:off x="9515865" y="3602322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設備予約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156B62A2-5773-3CC7-3768-1A092E0C1440}"/>
              </a:ext>
            </a:extLst>
          </p:cNvPr>
          <p:cNvSpPr/>
          <p:nvPr/>
        </p:nvSpPr>
        <p:spPr>
          <a:xfrm>
            <a:off x="3239420" y="1181665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社内ポータル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8E03AB0-BE5E-7434-DE63-55486CF62762}"/>
              </a:ext>
            </a:extLst>
          </p:cNvPr>
          <p:cNvCxnSpPr>
            <a:cxnSpLocks/>
          </p:cNvCxnSpPr>
          <p:nvPr/>
        </p:nvCxnSpPr>
        <p:spPr>
          <a:xfrm flipV="1">
            <a:off x="6117590" y="2005337"/>
            <a:ext cx="0" cy="157838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772F2AFD-0F23-9F5F-BBFD-7C3ACC3600D9}"/>
              </a:ext>
            </a:extLst>
          </p:cNvPr>
          <p:cNvCxnSpPr>
            <a:cxnSpLocks/>
            <a:stCxn id="26" idx="0"/>
            <a:endCxn id="22" idx="2"/>
          </p:cNvCxnSpPr>
          <p:nvPr/>
        </p:nvCxnSpPr>
        <p:spPr>
          <a:xfrm flipV="1">
            <a:off x="8229875" y="2006775"/>
            <a:ext cx="0" cy="1595548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D4145E1-061A-B2C0-3885-525E62B49090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1395674" y="3964122"/>
            <a:ext cx="1869173" cy="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6E82B06-E5E9-89DB-B0BE-A37B3DEDE5EB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395674" y="2005337"/>
            <a:ext cx="0" cy="1958785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矢印: 下 36">
            <a:extLst>
              <a:ext uri="{FF2B5EF4-FFF2-40B4-BE49-F238E27FC236}">
                <a16:creationId xmlns:a16="http://schemas.microsoft.com/office/drawing/2014/main" id="{D23ABA0A-E27A-A953-49A2-AEF353EE03C5}"/>
              </a:ext>
            </a:extLst>
          </p:cNvPr>
          <p:cNvSpPr/>
          <p:nvPr/>
        </p:nvSpPr>
        <p:spPr>
          <a:xfrm>
            <a:off x="3592878" y="2190465"/>
            <a:ext cx="768079" cy="825110"/>
          </a:xfrm>
          <a:prstGeom prst="downArrow">
            <a:avLst>
              <a:gd name="adj1" fmla="val 50000"/>
              <a:gd name="adj2" fmla="val 35042"/>
            </a:avLst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9ADD39E-235C-DF85-5B5E-B90AAB5765CA}"/>
              </a:ext>
            </a:extLst>
          </p:cNvPr>
          <p:cNvSpPr/>
          <p:nvPr/>
        </p:nvSpPr>
        <p:spPr>
          <a:xfrm>
            <a:off x="7492376" y="3602323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文書管理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32FD31DE-9B3B-E7E3-AF1E-A2CBB4846756}"/>
              </a:ext>
            </a:extLst>
          </p:cNvPr>
          <p:cNvSpPr/>
          <p:nvPr/>
        </p:nvSpPr>
        <p:spPr>
          <a:xfrm>
            <a:off x="2133172" y="667113"/>
            <a:ext cx="1153216" cy="375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デスクトップ</a:t>
            </a:r>
            <a:endParaRPr kumimoji="1" lang="ja-JP" alt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C300B7CB-AA3F-D350-C268-D040D2AE525D}"/>
              </a:ext>
            </a:extLst>
          </p:cNvPr>
          <p:cNvSpPr/>
          <p:nvPr/>
        </p:nvSpPr>
        <p:spPr>
          <a:xfrm>
            <a:off x="7086600" y="4600786"/>
            <a:ext cx="4203648" cy="15488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F3A561E1-18BB-2EBC-41C0-69A737DC3787}"/>
              </a:ext>
            </a:extLst>
          </p:cNvPr>
          <p:cNvSpPr/>
          <p:nvPr/>
        </p:nvSpPr>
        <p:spPr>
          <a:xfrm>
            <a:off x="7492376" y="5088411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顧客管理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303C9811-682B-BB30-683D-D97E1D09C48D}"/>
              </a:ext>
            </a:extLst>
          </p:cNvPr>
          <p:cNvSpPr/>
          <p:nvPr/>
        </p:nvSpPr>
        <p:spPr>
          <a:xfrm>
            <a:off x="9515865" y="5088411"/>
            <a:ext cx="1474997" cy="825109"/>
          </a:xfrm>
          <a:prstGeom prst="roundRect">
            <a:avLst/>
          </a:prstGeom>
          <a:solidFill>
            <a:srgbClr val="0EA5E9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ワークフロー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 err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kintone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A00B936-4D21-3A18-2CF4-9E3B2CF49BAC}"/>
              </a:ext>
            </a:extLst>
          </p:cNvPr>
          <p:cNvSpPr/>
          <p:nvPr/>
        </p:nvSpPr>
        <p:spPr>
          <a:xfrm>
            <a:off x="7213328" y="4624722"/>
            <a:ext cx="1284398" cy="375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将来構築予定</a:t>
            </a:r>
          </a:p>
        </p:txBody>
      </p:sp>
    </p:spTree>
    <p:extLst>
      <p:ext uri="{BB962C8B-B14F-4D97-AF65-F5344CB8AC3E}">
        <p14:creationId xmlns:p14="http://schemas.microsoft.com/office/powerpoint/2010/main" val="1595102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595A-2575-667E-0562-2EC2ECA0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F8D3EA5-A8D2-3DA4-17A4-33A547596C41}"/>
              </a:ext>
            </a:extLst>
          </p:cNvPr>
          <p:cNvSpPr/>
          <p:nvPr/>
        </p:nvSpPr>
        <p:spPr>
          <a:xfrm>
            <a:off x="2276918" y="3042945"/>
            <a:ext cx="9346393" cy="320826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8A6BFFDA-72BE-642E-80A8-13DE10C3E3F6}"/>
              </a:ext>
            </a:extLst>
          </p:cNvPr>
          <p:cNvSpPr/>
          <p:nvPr/>
        </p:nvSpPr>
        <p:spPr>
          <a:xfrm>
            <a:off x="458895" y="640667"/>
            <a:ext cx="6627704" cy="18727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25FA343-BB62-8B39-E81D-9B0E5C0AE4B9}"/>
              </a:ext>
            </a:extLst>
          </p:cNvPr>
          <p:cNvSpPr/>
          <p:nvPr/>
        </p:nvSpPr>
        <p:spPr>
          <a:xfrm>
            <a:off x="3045110" y="4886254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kumimoji="1" lang="ja-JP" altLang="en-US" sz="1100" b="1" dirty="0">
                <a:solidFill>
                  <a:srgbClr val="FFFFFF"/>
                </a:solidFill>
                <a:latin typeface="+mn-ea"/>
              </a:rPr>
              <a:t>メール</a:t>
            </a:r>
            <a:endParaRPr kumimoji="1" lang="en-US" altLang="ja-JP" sz="1100" b="1" dirty="0">
              <a:solidFill>
                <a:srgbClr val="FFFFFF"/>
              </a:solidFill>
              <a:latin typeface="+mn-ea"/>
            </a:endParaRPr>
          </a:p>
          <a:p>
            <a:pPr algn="ctr"/>
            <a:r>
              <a:rPr kumimoji="1" lang="ja-JP" altLang="en-US" sz="1100" b="1" dirty="0">
                <a:solidFill>
                  <a:srgbClr val="FFFFFF"/>
                </a:solidFill>
                <a:latin typeface="+mn-ea"/>
              </a:rPr>
              <a:t>（</a:t>
            </a:r>
            <a:r>
              <a:rPr kumimoji="1" lang="en-US" altLang="ja-JP" sz="1100" b="1" dirty="0">
                <a:solidFill>
                  <a:srgbClr val="FFFFFF"/>
                </a:solidFill>
                <a:latin typeface="+mn-ea"/>
              </a:rPr>
              <a:t>Google Gmail</a:t>
            </a:r>
            <a:r>
              <a:rPr kumimoji="1" lang="ja-JP" altLang="en-US" sz="1100" b="1" dirty="0">
                <a:solidFill>
                  <a:srgbClr val="FFFFFF"/>
                </a:solidFill>
                <a:latin typeface="+mn-ea"/>
              </a:rPr>
              <a:t>）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A0F7A036-DAD9-3B91-CFCD-CAF726B6837E}"/>
              </a:ext>
            </a:extLst>
          </p:cNvPr>
          <p:cNvSpPr/>
          <p:nvPr/>
        </p:nvSpPr>
        <p:spPr>
          <a:xfrm>
            <a:off x="5327152" y="1170235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社内共有フォルダ</a:t>
            </a:r>
            <a:endParaRPr lang="en-US" altLang="ja-JP" sz="11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Google</a:t>
            </a:r>
            <a:r>
              <a:rPr lang="ja-JP" altLang="en-US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ドライブ）</a:t>
            </a:r>
            <a:endParaRPr lang="en-US" altLang="ja-JP" sz="1100" b="1" dirty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780EA3F1-0211-AEE9-2C98-5D1BC4231F86}"/>
              </a:ext>
            </a:extLst>
          </p:cNvPr>
          <p:cNvSpPr/>
          <p:nvPr/>
        </p:nvSpPr>
        <p:spPr>
          <a:xfrm>
            <a:off x="5323215" y="4886253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+mn-ea"/>
              </a:rPr>
              <a:t>チャット</a:t>
            </a:r>
            <a:endParaRPr lang="en-US" altLang="ja-JP" sz="1100" b="1" dirty="0">
              <a:solidFill>
                <a:srgbClr val="FFFFFF"/>
              </a:solidFill>
              <a:latin typeface="+mn-ea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+mn-ea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+mn-ea"/>
              </a:rPr>
              <a:t>Google</a:t>
            </a:r>
            <a:r>
              <a:rPr lang="ja-JP" altLang="en-US" sz="1100" b="1" dirty="0">
                <a:solidFill>
                  <a:srgbClr val="FFFFFF"/>
                </a:solidFill>
                <a:latin typeface="+mn-ea"/>
              </a:rPr>
              <a:t> </a:t>
            </a:r>
            <a:r>
              <a:rPr lang="en-US" altLang="ja-JP" sz="1100" b="1" dirty="0">
                <a:solidFill>
                  <a:srgbClr val="FFFFFF"/>
                </a:solidFill>
                <a:latin typeface="+mn-ea"/>
              </a:rPr>
              <a:t>Chat</a:t>
            </a:r>
            <a:r>
              <a:rPr lang="ja-JP" altLang="en-US" sz="1100" b="1" dirty="0">
                <a:solidFill>
                  <a:srgbClr val="FFFFFF"/>
                </a:solidFill>
                <a:latin typeface="+mn-ea"/>
              </a:rPr>
              <a:t>）</a:t>
            </a:r>
            <a:endParaRPr kumimoji="1" lang="ja-JP" altLang="en-US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EBF53CC-3FBA-D77E-E614-7B4EF4CABD97}"/>
              </a:ext>
            </a:extLst>
          </p:cNvPr>
          <p:cNvSpPr/>
          <p:nvPr/>
        </p:nvSpPr>
        <p:spPr>
          <a:xfrm>
            <a:off x="794249" y="1170235"/>
            <a:ext cx="1474997" cy="825109"/>
          </a:xfrm>
          <a:prstGeom prst="roundRect">
            <a:avLst/>
          </a:prstGeom>
          <a:solidFill>
            <a:srgbClr val="00B05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en-US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Money Forward</a:t>
            </a:r>
          </a:p>
          <a:p>
            <a:pPr algn="ctr"/>
            <a:r>
              <a:rPr lang="ja-JP" altLang="ja-JP" sz="1100" b="1" dirty="0">
                <a:latin typeface="Yu Gothic UI" panose="020B0500000000000000" pitchFamily="50" charset="-128"/>
                <a:ea typeface="Yu Gothic UI" panose="020B0500000000000000" pitchFamily="50" charset="-128"/>
              </a:rPr>
              <a:t>クラウド勤怠</a:t>
            </a:r>
            <a:endParaRPr kumimoji="1" lang="ja-JP" altLang="en-US" sz="11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6134A09-6772-A76F-1B8E-AB6061861B28}"/>
              </a:ext>
            </a:extLst>
          </p:cNvPr>
          <p:cNvSpPr/>
          <p:nvPr/>
        </p:nvSpPr>
        <p:spPr>
          <a:xfrm>
            <a:off x="5327151" y="3429000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文書管理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 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ドライブ）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834F84E0-1264-12F6-83C5-480852FF0F9B}"/>
              </a:ext>
            </a:extLst>
          </p:cNvPr>
          <p:cNvSpPr/>
          <p:nvPr/>
        </p:nvSpPr>
        <p:spPr>
          <a:xfrm>
            <a:off x="7514857" y="3428999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社内通達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Apps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Script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154FE8EA-976D-59C2-1D57-805FB7121CA6}"/>
              </a:ext>
            </a:extLst>
          </p:cNvPr>
          <p:cNvSpPr/>
          <p:nvPr/>
        </p:nvSpPr>
        <p:spPr>
          <a:xfrm>
            <a:off x="3045110" y="1170235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社内ポータル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 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サイト）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1ADCA8AA-44CF-1245-21E7-C91C3A96BF4C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1531748" y="3841553"/>
            <a:ext cx="1503500" cy="2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15E8380-E049-1C3E-93BA-9496F04D97C1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531748" y="1995344"/>
            <a:ext cx="0" cy="1846209"/>
          </a:xfrm>
          <a:prstGeom prst="straightConnector1">
            <a:avLst/>
          </a:prstGeom>
          <a:ln w="38100">
            <a:solidFill>
              <a:schemeClr val="bg2">
                <a:lumMod val="7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矢印: 下 9">
            <a:extLst>
              <a:ext uri="{FF2B5EF4-FFF2-40B4-BE49-F238E27FC236}">
                <a16:creationId xmlns:a16="http://schemas.microsoft.com/office/drawing/2014/main" id="{E27F7CF8-D1D0-FAC7-FAD8-DB95D9B1E62E}"/>
              </a:ext>
            </a:extLst>
          </p:cNvPr>
          <p:cNvSpPr/>
          <p:nvPr/>
        </p:nvSpPr>
        <p:spPr>
          <a:xfrm>
            <a:off x="3421074" y="2159701"/>
            <a:ext cx="768079" cy="825110"/>
          </a:xfrm>
          <a:prstGeom prst="downArrow">
            <a:avLst>
              <a:gd name="adj1" fmla="val 50000"/>
              <a:gd name="adj2" fmla="val 3504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0DCE2F8-F209-D42E-58BC-275316E43653}"/>
              </a:ext>
            </a:extLst>
          </p:cNvPr>
          <p:cNvCxnSpPr>
            <a:cxnSpLocks/>
            <a:stCxn id="26" idx="0"/>
            <a:endCxn id="22" idx="2"/>
          </p:cNvCxnSpPr>
          <p:nvPr/>
        </p:nvCxnSpPr>
        <p:spPr>
          <a:xfrm flipV="1">
            <a:off x="6064650" y="1995344"/>
            <a:ext cx="1" cy="1433656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588EDB58-F998-D226-A971-89668955FB4C}"/>
              </a:ext>
            </a:extLst>
          </p:cNvPr>
          <p:cNvSpPr/>
          <p:nvPr/>
        </p:nvSpPr>
        <p:spPr>
          <a:xfrm>
            <a:off x="2133172" y="667113"/>
            <a:ext cx="1153216" cy="375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デスクトップ</a:t>
            </a:r>
            <a:endParaRPr kumimoji="1" lang="ja-JP" alt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3F0EC917-E51A-ADFF-E6C8-5EFE565AC369}"/>
              </a:ext>
            </a:extLst>
          </p:cNvPr>
          <p:cNvSpPr/>
          <p:nvPr/>
        </p:nvSpPr>
        <p:spPr>
          <a:xfrm>
            <a:off x="7159526" y="4491674"/>
            <a:ext cx="4203648" cy="154881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C19C6397-AF6E-29AA-72EA-C3D96D340A5A}"/>
              </a:ext>
            </a:extLst>
          </p:cNvPr>
          <p:cNvSpPr/>
          <p:nvPr/>
        </p:nvSpPr>
        <p:spPr>
          <a:xfrm>
            <a:off x="7504674" y="4893987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顧客管理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 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スプレッドシート）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BAF28CB3-44E6-EB4E-0B2A-3E9444C13E2A}"/>
              </a:ext>
            </a:extLst>
          </p:cNvPr>
          <p:cNvSpPr/>
          <p:nvPr/>
        </p:nvSpPr>
        <p:spPr>
          <a:xfrm>
            <a:off x="9575109" y="4893986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01600" rIns="12700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ワークフロー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Apps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Script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08786596-4C85-BADB-46D7-BBDE4F715C40}"/>
              </a:ext>
            </a:extLst>
          </p:cNvPr>
          <p:cNvSpPr/>
          <p:nvPr/>
        </p:nvSpPr>
        <p:spPr>
          <a:xfrm>
            <a:off x="7298215" y="4532132"/>
            <a:ext cx="1284398" cy="3750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将来構築予定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FD54015-6727-87EA-0781-AD333803E513}"/>
              </a:ext>
            </a:extLst>
          </p:cNvPr>
          <p:cNvSpPr/>
          <p:nvPr/>
        </p:nvSpPr>
        <p:spPr>
          <a:xfrm>
            <a:off x="3035248" y="3429000"/>
            <a:ext cx="1474997" cy="825109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1600" rIns="0" bIns="101600" rtlCol="0" anchor="ctr"/>
          <a:lstStyle/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スケジュール・設備予約</a:t>
            </a:r>
            <a:endParaRPr lang="en-US" altLang="ja-JP" sz="1100" b="1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lang="en-US" altLang="ja-JP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Google</a:t>
            </a:r>
            <a:r>
              <a:rPr lang="ja-JP" altLang="en-US" sz="1100" b="1" dirty="0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カレンダー）</a:t>
            </a:r>
            <a:endParaRPr lang="ja-JP" altLang="en-US" sz="950" dirty="0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59CC5B5-7988-BE45-9524-35C20D7B0A93}"/>
              </a:ext>
            </a:extLst>
          </p:cNvPr>
          <p:cNvCxnSpPr>
            <a:cxnSpLocks/>
          </p:cNvCxnSpPr>
          <p:nvPr/>
        </p:nvCxnSpPr>
        <p:spPr>
          <a:xfrm flipH="1" flipV="1">
            <a:off x="4447968" y="4203872"/>
            <a:ext cx="902752" cy="728626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D2AD150C-5CB6-B3EC-1267-15938885C4E0}"/>
              </a:ext>
            </a:extLst>
          </p:cNvPr>
          <p:cNvCxnSpPr>
            <a:cxnSpLocks/>
          </p:cNvCxnSpPr>
          <p:nvPr/>
        </p:nvCxnSpPr>
        <p:spPr>
          <a:xfrm flipV="1">
            <a:off x="4492602" y="4203872"/>
            <a:ext cx="875761" cy="732618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BBD8DF0-D013-0E34-CECA-3E7C2A8605E9}"/>
              </a:ext>
            </a:extLst>
          </p:cNvPr>
          <p:cNvCxnSpPr>
            <a:cxnSpLocks/>
            <a:stCxn id="24" idx="0"/>
            <a:endCxn id="26" idx="2"/>
          </p:cNvCxnSpPr>
          <p:nvPr/>
        </p:nvCxnSpPr>
        <p:spPr>
          <a:xfrm flipV="1">
            <a:off x="6060714" y="4254109"/>
            <a:ext cx="3936" cy="632144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8988437B-DB9F-12A7-FDD7-6BE37DF02007}"/>
              </a:ext>
            </a:extLst>
          </p:cNvPr>
          <p:cNvCxnSpPr>
            <a:cxnSpLocks/>
          </p:cNvCxnSpPr>
          <p:nvPr/>
        </p:nvCxnSpPr>
        <p:spPr>
          <a:xfrm flipV="1">
            <a:off x="3772746" y="4254109"/>
            <a:ext cx="3936" cy="632144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F913174C-0A9F-7860-A280-ED85548E08E4}"/>
              </a:ext>
            </a:extLst>
          </p:cNvPr>
          <p:cNvCxnSpPr>
            <a:cxnSpLocks/>
            <a:stCxn id="26" idx="1"/>
            <a:endCxn id="27" idx="3"/>
          </p:cNvCxnSpPr>
          <p:nvPr/>
        </p:nvCxnSpPr>
        <p:spPr>
          <a:xfrm flipH="1">
            <a:off x="4510245" y="3841555"/>
            <a:ext cx="816906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5D2EF25A-B2F4-1139-C64A-A50C7869352D}"/>
              </a:ext>
            </a:extLst>
          </p:cNvPr>
          <p:cNvCxnSpPr>
            <a:cxnSpLocks/>
          </p:cNvCxnSpPr>
          <p:nvPr/>
        </p:nvCxnSpPr>
        <p:spPr>
          <a:xfrm flipH="1">
            <a:off x="4503889" y="5298807"/>
            <a:ext cx="816906" cy="0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3C4B03F9-FE1E-7516-76F6-C6711BDE55DD}"/>
              </a:ext>
            </a:extLst>
          </p:cNvPr>
          <p:cNvCxnSpPr>
            <a:cxnSpLocks/>
            <a:stCxn id="28" idx="1"/>
          </p:cNvCxnSpPr>
          <p:nvPr/>
        </p:nvCxnSpPr>
        <p:spPr>
          <a:xfrm flipH="1" flipV="1">
            <a:off x="6798212" y="3841553"/>
            <a:ext cx="716645" cy="1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1E2008A4-E978-E852-F503-42AC4A94827A}"/>
              </a:ext>
            </a:extLst>
          </p:cNvPr>
          <p:cNvCxnSpPr>
            <a:cxnSpLocks/>
          </p:cNvCxnSpPr>
          <p:nvPr/>
        </p:nvCxnSpPr>
        <p:spPr>
          <a:xfrm flipH="1">
            <a:off x="6763440" y="4203872"/>
            <a:ext cx="779943" cy="728626"/>
          </a:xfrm>
          <a:prstGeom prst="straightConnector1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4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113</Words>
  <Application>Microsoft Office PowerPoint</Application>
  <PresentationFormat>ワイド画面</PresentationFormat>
  <Paragraphs>44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安吾 下村</dc:creator>
  <cp:lastModifiedBy>安吾 下村</cp:lastModifiedBy>
  <cp:revision>14</cp:revision>
  <dcterms:created xsi:type="dcterms:W3CDTF">2026-06-29T06:25:24Z</dcterms:created>
  <dcterms:modified xsi:type="dcterms:W3CDTF">2026-06-30T01:09:19Z</dcterms:modified>
</cp:coreProperties>
</file>